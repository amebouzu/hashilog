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2427" y="640080"/>
            <a:ext cx="4146840" cy="2194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9144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52044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8181B"/>
                </a:solidFill>
                <a:latin typeface="Yu Gothic UI"/>
              </a:rPr>
              <a:t>事業提案書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71717A"/>
                </a:solidFill>
                <a:latin typeface="Yu Gothic UI"/>
              </a:rPr>
              <a:t>日本のサーキットタイムを、もっと面白く。もっと信頼できるものに。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3F3F46"/>
                </a:solidFill>
                <a:latin typeface="Yu Gothic UI"/>
              </a:rPr>
              <a:t>RBS  /  久米田 昴       https://hashilog.jp       hashilog2024@gmail.com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1.  サービス概要・提供価値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サーキットで刻んだタイムを、愛車情報と一緒に共有できる Web サービス。本番稼働中。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ドライバーに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タイム履歴・改造履歴・タイヤ履歴を1か所で管理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X / Insta / Threads / FB / LINE で 1-click シェア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同条件ドライバーのセッティングを参考にできる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前後別タイヤ・気温・路温まで記録できる細かさ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事業者に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サーキット運営: 公式ページ + 走行会告知 (無料)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タイヤ・パーツメーカー: 自社銘柄の使用実績データ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イベント主催者: 走行会の集客チャネル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媒体: 走行データの記事引用・共同企画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2.  市場背景と解決アプローチ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国内 30+ サーキット、参加層は数万人。30〜50 代男性中心で可処分所得が高い。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現状の課題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個人ブログ・SNS のスクショ・LINE グループに散在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サーキット間で形式バラバラ、車両/タイヤと紐づかない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走行会の Excel は主催者依存、横断比較できない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過去データに辿り着けない、検索性ゼロ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走ログのアプローチ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検索可能な構造化フォーマット (多次元フィルター)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エビデンス文化 (計測機器・モニター写真の添付)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SNS 連携で OGP 最適化、外部拡散を前提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サーキット運営者の公式ページを横断的に統合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3.  実装済み機能ハイライト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「設計だけ」ではなく、すでに本番稼働しているプロダクト (2026年5月時点)。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E10600"/>
                </a:solidFill>
                <a:latin typeface="Yu Gothic UI"/>
              </a:rPr>
              <a:t>ユーザー / 愛車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474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メール+パスワード認証、退会で完全削除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プロフィール: 自己紹介・都道府県・SNS 6 種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マイガレージ: 複数台、改造内容を分野別に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写真ギャラリー (カバー + 複数枚)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E10600"/>
                </a:solidFill>
                <a:latin typeface="Yu Gothic UI"/>
              </a:rPr>
              <a:t>タイム投稿 (中核)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331720"/>
            <a:ext cx="3474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総合タイム、セクター 1〜4、最高速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天候・路面・気温・路温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前後別タイヤ銘柄・サイズ (差別化)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ユーザー入力銘柄は自動登録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エビデンス写真複数枚、編集・削除可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E10600"/>
                </a:solidFill>
                <a:latin typeface="Yu Gothic UI"/>
              </a:rPr>
              <a:t>ランキング / B2B / 信頼性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474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サーキット × 車種 × タイヤで多次元フィルター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全国 25+ サーキット登録済み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サーキット運営者の公式アカウント・告知機能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OGP/JSON-LD/PWA/sitemap 完備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Vercel + Supabase Tokyo (国内データ保管)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4.  ターゲット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ドライバーは可処分所得が高くロイヤリティが高い。B2B は複数業界に展開可能。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メインユーザー (ドライバー)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タイムアタッカー: 30〜50 代、年 10〜30 走行日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走行会レギュラー: 月 1〜2 回、エビデンス志向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若手 SNS ネイティブ: 20 代、発信意欲旺盛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耐久・チーム参戦: 同一車両で複数ドライバー比較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B2B パートナー候補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サーキット運営会社 (公式ページ+告知)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タイヤ・パーツメーカー (使用実績データ)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自動車メーカー (車種別サーキット適性)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走行会主催者・モータースポーツ媒体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損保・ファイナンス (ターゲティング広告)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5.  収益化モデル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コア機能は永久無料を維持。Stripe 課金基盤実装済 (フラグでON/OFF)。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5760720"/>
              </a:tblGrid>
              <a:tr h="41719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対象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プラン / メニュー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内容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719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B2C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Free  (0円)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全コア機能 (タイム投稿・閲覧・シェア・ランキング)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B2C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Premium  (480円/月程度)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写真大量UL、推移グラフ、CSV、広告非表示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B2C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Pro  (980円/月程度)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チームアカウント、複数車両比較、コーチング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B2B サーキット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公式運営者 (無料)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自施設ページ編集・走行会告知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B2B サーキット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プロモーション (要相談)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トップ露出・ニュースレター・送客レポート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B2B メーカー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公式バッジ / データ提供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ブランド表示優先・月次集計レポート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7195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B2B メーカー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タイアップ・広告枠・スポンサー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新製品特集・バナー・走ログ大会協賛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6.  競合・差別化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既存の選択肢と比較した走ログのポジション。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416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項目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ブログ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SNS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サーキット公式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181B"/>
                          </a:solidFill>
                          <a:latin typeface="Yu Gothic UI"/>
                        </a:rPr>
                        <a:t>走ログ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検索性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高 (多次元)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データ構造化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エビデンス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横断比較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公式情報統合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 (自社のみ)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 (横断)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SNS シェア最適化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改造内容と紐付け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6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タイヤ前後別記録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81B"/>
                          </a:solidFill>
                          <a:latin typeface="Yu Gothic UI"/>
                        </a:rP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7.  パートナーシップ提案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業種別にご提供できる内容。詳細は個別ご相談ください。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E10600"/>
                </a:solidFill>
                <a:latin typeface="Yu Gothic UI"/>
              </a:rPr>
              <a:t>サーキット運営者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474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公式ページ編集 (説明・代表コーナー・URL)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走行会・レース・お知らせ告知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自施設のラップタイム集計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スタッフアカウント発行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→ 必要なのはご担当のメアドのみ。無料。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2880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E10600"/>
                </a:solidFill>
                <a:latin typeface="Yu Gothic UI"/>
              </a:rPr>
              <a:t>タイヤ・パーツメーカー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331720"/>
            <a:ext cx="3474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使用実績データ (匿名化集計、月次)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ブランド公式バッジ表示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新製品リリース連動の特集枠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コラボ企画 (タイムアタック / プレゼント)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サンプリング協力 (モニター募集)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3474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E10600"/>
                </a:solidFill>
                <a:latin typeface="Yu Gothic UI"/>
              </a:rPr>
              <a:t>走行会主催者・媒体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474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イベント告知ページ (無料)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参加者のタイム集計テンプレート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イベント特化ページ作成 (要相談)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走ログ内データの記事引用 (媒体)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8181B"/>
                </a:solidFill>
                <a:latin typeface="Yu Gothic UI"/>
              </a:rPr>
              <a:t>・ 共同企画記事・アンケート協力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 UI"/>
              </a:rPr>
              <a:t>8.  ロードマップ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完了済み (2026年5月)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認証 / プロフィール / SNS 連携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愛車登録・改造履歴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タイム投稿 (前後別タイヤ含む)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ランキング・多次元フィルター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サーキット 25+ 登録 / 運営者管理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通報・モデレーション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PWA / SEO / 構造化データ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規約・プライバシー・特商法整備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E10600"/>
                </a:solidFill>
                <a:latin typeface="Yu Gothic UI"/>
              </a:rPr>
              <a:t>短期〜中期 (3〜12 か月)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ベストタイム推移グラフ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同一車種比較ダッシュボード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走行会・イベントカレンダー (横断)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通知機能 (記録更新・フォロー)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メーカー向け管理コンソール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チームアカウント / API 公開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動画オンボードアップロード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8181B"/>
                </a:solidFill>
                <a:latin typeface="Yu Gothic UI"/>
              </a:rPr>
              <a:t>・ AI 走行ライン分析 (将来)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E10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23" y="228600"/>
            <a:ext cx="777532" cy="411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6446520"/>
            <a:ext cx="121916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71717A"/>
                </a:solidFill>
                <a:latin typeface="Yu Gothic UI"/>
              </a:rPr>
              <a:t>走ログ (Hashilog)  v1.0  /  RBS  /  hashilog2024@gmail.com  /  https://hashilog.jp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88136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18181B"/>
                </a:solidFill>
                <a:latin typeface="Yu Gothic UI"/>
              </a:rPr>
              <a:t>サーキットを走るすべての人が、</a:t>
            </a:r>
          </a:p>
          <a:p>
            <a:pPr algn="l"/>
            <a:r>
              <a:rPr sz="3200" b="1">
                <a:solidFill>
                  <a:srgbClr val="E10600"/>
                </a:solidFill>
                <a:latin typeface="Yu Gothic UI"/>
              </a:rPr>
              <a:t>自分のタイムをもっと誇れる場所へ。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3F3F46"/>
                </a:solidFill>
                <a:latin typeface="Yu Gothic UI"/>
              </a:rPr>
              <a:t>ぜひ一度、サービスを実際に触っていただき、提携の可能性についてお話しさせてください。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97680"/>
            <a:ext cx="10881360" cy="1828800"/>
          </a:xfrm>
          <a:prstGeom prst="roundRect">
            <a:avLst/>
          </a:prstGeom>
          <a:solidFill>
            <a:srgbClr val="FAFAFA"/>
          </a:solidFill>
          <a:ln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l"/>
            <a:r>
              <a:rPr sz="2200" b="1">
                <a:solidFill>
                  <a:srgbClr val="18181B"/>
                </a:solidFill>
                <a:latin typeface="Yu Gothic UI"/>
              </a:rPr>
              <a:t>走ログ (Hashilog)</a:t>
            </a:r>
          </a:p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Web   :  https://hashilog.jp</a:t>
            </a:r>
          </a:p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事業者:  RBS</a:t>
            </a:r>
          </a:p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責任者:  久米田 昴</a:t>
            </a:r>
          </a:p>
          <a:p>
            <a:pPr algn="l"/>
            <a:r>
              <a:rPr sz="1400" b="0">
                <a:solidFill>
                  <a:srgbClr val="3F3F46"/>
                </a:solidFill>
                <a:latin typeface="Yu Gothic UI"/>
              </a:rPr>
              <a:t>お問い合わせ:  hashilog2024@gmail.com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