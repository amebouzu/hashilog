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109728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606040"/>
            <a:ext cx="108813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>
                <a:solidFill>
                  <a:srgbClr val="18181B"/>
                </a:solidFill>
                <a:latin typeface="Yu Gothic UI"/>
              </a:rPr>
              <a:t>走ログ (Hashilog) 事業提案書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02336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71717A"/>
                </a:solidFill>
                <a:latin typeface="Yu Gothic UI"/>
              </a:rPr>
              <a:t>日本のサーキットタイムを、もっと面白く。もっと信頼できるものに。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8181B"/>
                </a:solidFill>
                <a:latin typeface="Yu Gothic UI"/>
              </a:rPr>
              <a:t>RBS  /  久米田 昴</a:t>
            </a:r>
          </a:p>
          <a:p>
            <a:r>
              <a:rPr sz="1200" b="0">
                <a:solidFill>
                  <a:srgbClr val="71717A"/>
                </a:solidFill>
                <a:latin typeface="Yu Gothic UI"/>
              </a:rPr>
              <a:t>https://hashilog.jp    hashilog2024@gmail.com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1800" b="1">
                <a:solidFill>
                  <a:srgbClr val="FFFFFF"/>
                </a:solidFill>
                <a:latin typeface="Yu Gothic UI"/>
              </a:rPr>
              <a:t>  1.  エグゼクティブサマリー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446520"/>
            <a:ext cx="12191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71717A"/>
                </a:solidFill>
                <a:latin typeface="Yu Gothic UI"/>
              </a:rPr>
              <a:t>走ログ (Hashilog) 事業提案書  v1.0  /  RBS  /  hashilog2024@gmail.com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8813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8181B"/>
                </a:solidFill>
                <a:latin typeface="Yu Gothic UI"/>
              </a:rPr>
              <a:t>サーキットで刻んだタイムを、愛車情報と一緒に共有できる Web サービス。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108813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71717A"/>
                </a:solidFill>
                <a:latin typeface="Yu Gothic UI"/>
              </a:rPr>
              <a:t>個人ブログ・SNS・LINE グループに散在していた走行データを、検索・比較・拡散できる形に集約します。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1800" b="1">
                <a:solidFill>
                  <a:srgbClr val="FFFFFF"/>
                </a:solidFill>
                <a:latin typeface="Yu Gothic UI"/>
              </a:rPr>
              <a:t>  1.  提供価値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446520"/>
            <a:ext cx="12191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71717A"/>
                </a:solidFill>
                <a:latin typeface="Yu Gothic UI"/>
              </a:rPr>
              <a:t>走ログ (Hashilog) 事業提案書  v1.0  /  RBS  /  hashilog2024@gmail.com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E10600"/>
                </a:solidFill>
                <a:latin typeface="Yu Gothic UI"/>
              </a:rPr>
              <a:t>ドライバーに</a:t>
            </a:r>
          </a:p>
          <a:p>
            <a:pPr algn="l"/>
            <a:r>
              <a:rPr sz="1300" b="0">
                <a:solidFill>
                  <a:srgbClr val="18181B"/>
                </a:solidFill>
                <a:latin typeface="Yu Gothic UI"/>
              </a:rPr>
              <a:t>・ タイム履歴・改造履歴・タイヤ履歴を1か所で管理</a:t>
            </a:r>
          </a:p>
          <a:p>
            <a:pPr algn="l"/>
            <a:r>
              <a:rPr sz="1300" b="0">
                <a:solidFill>
                  <a:srgbClr val="18181B"/>
                </a:solidFill>
                <a:latin typeface="Yu Gothic UI"/>
              </a:rPr>
              <a:t>・ SNS で簡単にシェア (X, Insta, Threads, FB, LINE)</a:t>
            </a:r>
          </a:p>
          <a:p>
            <a:pPr algn="l"/>
            <a:r>
              <a:rPr sz="1300" b="0">
                <a:solidFill>
                  <a:srgbClr val="18181B"/>
                </a:solidFill>
                <a:latin typeface="Yu Gothic UI"/>
              </a:rPr>
              <a:t>・ 同条件ドライバーとの比較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91440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E10600"/>
                </a:solidFill>
                <a:latin typeface="Yu Gothic UI"/>
              </a:rPr>
              <a:t>事業者に</a:t>
            </a:r>
          </a:p>
          <a:p>
            <a:pPr algn="l"/>
            <a:r>
              <a:rPr sz="1300" b="0">
                <a:solidFill>
                  <a:srgbClr val="18181B"/>
                </a:solidFill>
                <a:latin typeface="Yu Gothic UI"/>
              </a:rPr>
              <a:t>・ サーキット運営: 公式ページと走行会告知 (無料)</a:t>
            </a:r>
          </a:p>
          <a:p>
            <a:pPr algn="l"/>
            <a:r>
              <a:rPr sz="1300" b="0">
                <a:solidFill>
                  <a:srgbClr val="18181B"/>
                </a:solidFill>
                <a:latin typeface="Yu Gothic UI"/>
              </a:rPr>
              <a:t>・ タイヤ・パーツメーカー: 自社銘柄の使用実績データ</a:t>
            </a:r>
          </a:p>
          <a:p>
            <a:pPr algn="l"/>
            <a:r>
              <a:rPr sz="1300" b="0">
                <a:solidFill>
                  <a:srgbClr val="18181B"/>
                </a:solidFill>
                <a:latin typeface="Yu Gothic UI"/>
              </a:rPr>
              <a:t>・ イベント主催者: 走行会の集客チャネル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1800" b="1">
                <a:solidFill>
                  <a:srgbClr val="FFFFFF"/>
                </a:solidFill>
                <a:latin typeface="Yu Gothic UI"/>
              </a:rPr>
              <a:t>  2.  市場背景・課題認識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446520"/>
            <a:ext cx="12191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71717A"/>
                </a:solidFill>
                <a:latin typeface="Yu Gothic UI"/>
              </a:rPr>
              <a:t>走ログ (Hashilog) 事業提案書  v1.0  /  RBS  /  hashilog2024@gmail.com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3F3F46"/>
                </a:solidFill>
                <a:latin typeface="Yu Gothic UI"/>
              </a:rPr>
              <a:t>国内のサーキットは 30 か所以上、参加層は数万人規模。30〜50 代男性が中心で可処分所得が高い。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18181B"/>
                </a:solidFill>
                <a:latin typeface="Yu Gothic UI"/>
              </a:rPr>
              <a:t>・ ガレージのホワイトボード、個人ブログ、SNS のスクショ、LINE グループ。走行データはバラバラ。</a:t>
            </a:r>
          </a:p>
          <a:p>
            <a:pPr algn="l"/>
            <a:r>
              <a:rPr sz="1500" b="0">
                <a:solidFill>
                  <a:srgbClr val="18181B"/>
                </a:solidFill>
                <a:latin typeface="Yu Gothic UI"/>
              </a:rPr>
              <a:t>・ サーキット間で形式バラバラ、車両・タイヤ情報が紐づかない。</a:t>
            </a:r>
          </a:p>
          <a:p>
            <a:pPr algn="l"/>
            <a:r>
              <a:rPr sz="1500" b="0">
                <a:solidFill>
                  <a:srgbClr val="18181B"/>
                </a:solidFill>
                <a:latin typeface="Yu Gothic UI"/>
              </a:rPr>
              <a:t>・ 走行会の Excel は主催者依存、横断比較ができない。</a:t>
            </a:r>
          </a:p>
          <a:p>
            <a:pPr algn="l"/>
            <a:r>
              <a:rPr sz="1500" b="0">
                <a:solidFill>
                  <a:srgbClr val="18181B"/>
                </a:solidFill>
                <a:latin typeface="Yu Gothic UI"/>
              </a:rPr>
              <a:t>・ → 走ログは「検索可能なフォーマット」と「エビデンス文化」で課題を解決。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1800" b="1">
                <a:solidFill>
                  <a:srgbClr val="FFFFFF"/>
                </a:solidFill>
                <a:latin typeface="Yu Gothic UI"/>
              </a:rPr>
              <a:t>  3.  サービスフロー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446520"/>
            <a:ext cx="12191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71717A"/>
                </a:solidFill>
                <a:latin typeface="Yu Gothic UI"/>
              </a:rPr>
              <a:t>走ログ (Hashilog) 事業提案書  v1.0  /  RBS  /  hashilog2024@gmail.com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18181B"/>
                </a:solidFill>
                <a:latin typeface="Yu Gothic UI"/>
              </a:rPr>
              <a:t>・ 1. 無料サインアップ (メール+パスワード)</a:t>
            </a:r>
          </a:p>
          <a:p>
            <a:pPr algn="l"/>
            <a:r>
              <a:rPr sz="1500" b="0">
                <a:solidFill>
                  <a:srgbClr val="18181B"/>
                </a:solidFill>
                <a:latin typeface="Yu Gothic UI"/>
              </a:rPr>
              <a:t>・ 2. マイガレージに愛車を登録 (改造内容・写真)</a:t>
            </a:r>
          </a:p>
          <a:p>
            <a:pPr algn="l"/>
            <a:r>
              <a:rPr sz="1500" b="0">
                <a:solidFill>
                  <a:srgbClr val="18181B"/>
                </a:solidFill>
                <a:latin typeface="Yu Gothic UI"/>
              </a:rPr>
              <a:t>・ 3. タイム投稿: サーキット・タイム・タイヤ・天候・路面・気温・路温・最高速・写真</a:t>
            </a:r>
          </a:p>
          <a:p>
            <a:pPr algn="l"/>
            <a:r>
              <a:rPr sz="1500" b="0">
                <a:solidFill>
                  <a:srgbClr val="18181B"/>
                </a:solidFill>
                <a:latin typeface="Yu Gothic UI"/>
              </a:rPr>
              <a:t>・ 4. ランキング自動反映、SNS でワンクリックシェア</a:t>
            </a:r>
          </a:p>
          <a:p>
            <a:pPr algn="l"/>
            <a:r>
              <a:rPr sz="1500" b="0">
                <a:solidFill>
                  <a:srgbClr val="18181B"/>
                </a:solidFill>
                <a:latin typeface="Yu Gothic UI"/>
              </a:rPr>
              <a:t>・ 5. サーキット運営者は公式アカウントで走行会告知・自施設ページ更新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1800" b="1">
                <a:solidFill>
                  <a:srgbClr val="FFFFFF"/>
                </a:solidFill>
                <a:latin typeface="Yu Gothic UI"/>
              </a:rPr>
              <a:t>  4.  実装済み機能 (1/3) ユーザー / 愛車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446520"/>
            <a:ext cx="12191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71717A"/>
                </a:solidFill>
                <a:latin typeface="Yu Gothic UI"/>
              </a:rPr>
              <a:t>走ログ (Hashilog) 事業提案書  v1.0  /  RBS  /  hashilog2024@gmail.com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3F3F46"/>
                </a:solidFill>
                <a:latin typeface="Yu Gothic UI"/>
              </a:rPr>
              <a:t>「設計だけ」ではなく、すでに本番稼働しているプロダクト。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E10600"/>
                </a:solidFill>
                <a:latin typeface="Yu Gothic UI"/>
              </a:rPr>
              <a:t>ユーザー機能</a:t>
            </a:r>
          </a:p>
          <a:p>
            <a:pPr algn="l"/>
            <a:r>
              <a:rPr sz="1300" b="0">
                <a:solidFill>
                  <a:srgbClr val="18181B"/>
                </a:solidFill>
                <a:latin typeface="Yu Gothic UI"/>
              </a:rPr>
              <a:t>・ メール+パスワード認証、確認、リセット</a:t>
            </a:r>
          </a:p>
          <a:p>
            <a:pPr algn="l"/>
            <a:r>
              <a:rPr sz="1300" b="0">
                <a:solidFill>
                  <a:srgbClr val="18181B"/>
                </a:solidFill>
                <a:latin typeface="Yu Gothic UI"/>
              </a:rPr>
              <a:t>・ プロフィール: 表示名・自己紹介・都道府県・アバター</a:t>
            </a:r>
          </a:p>
          <a:p>
            <a:pPr algn="l"/>
            <a:r>
              <a:rPr sz="1300" b="0">
                <a:solidFill>
                  <a:srgbClr val="18181B"/>
                </a:solidFill>
                <a:latin typeface="Yu Gothic UI"/>
              </a:rPr>
              <a:t>・ SNS リンク: X / Insta / Threads / FB / YT / TikTok</a:t>
            </a:r>
          </a:p>
          <a:p>
            <a:pPr algn="l"/>
            <a:r>
              <a:rPr sz="1300" b="0">
                <a:solidFill>
                  <a:srgbClr val="18181B"/>
                </a:solidFill>
                <a:latin typeface="Yu Gothic UI"/>
              </a:rPr>
              <a:t>・ 退会で関連データ完全削除 (個人情報保護法対応)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E10600"/>
                </a:solidFill>
                <a:latin typeface="Yu Gothic UI"/>
              </a:rPr>
              <a:t>マイガレージ (愛車)</a:t>
            </a:r>
          </a:p>
          <a:p>
            <a:pPr algn="l"/>
            <a:r>
              <a:rPr sz="1300" b="0">
                <a:solidFill>
                  <a:srgbClr val="18181B"/>
                </a:solidFill>
                <a:latin typeface="Yu Gothic UI"/>
              </a:rPr>
              <a:t>・ 複数台登録 (メーカー / モデル / 年式 / 馬力 / 重量)</a:t>
            </a:r>
          </a:p>
          <a:p>
            <a:pPr algn="l"/>
            <a:r>
              <a:rPr sz="1300" b="0">
                <a:solidFill>
                  <a:srgbClr val="18181B"/>
                </a:solidFill>
                <a:latin typeface="Yu Gothic UI"/>
              </a:rPr>
              <a:t>・ 改造内容: 足回り・エンジン・駆動系・ブレーキ・外装・内装</a:t>
            </a:r>
          </a:p>
          <a:p>
            <a:pPr algn="l"/>
            <a:r>
              <a:rPr sz="1300" b="0">
                <a:solidFill>
                  <a:srgbClr val="18181B"/>
                </a:solidFill>
                <a:latin typeface="Yu Gothic UI"/>
              </a:rPr>
              <a:t>・ 写真ギャラリー (カバー + 複数枚)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1800" b="1">
                <a:solidFill>
                  <a:srgbClr val="FFFFFF"/>
                </a:solidFill>
                <a:latin typeface="Yu Gothic UI"/>
              </a:rPr>
              <a:t>  4.  実装済み機能 (2/3) タイム投稿 (中核)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446520"/>
            <a:ext cx="12191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71717A"/>
                </a:solidFill>
                <a:latin typeface="Yu Gothic UI"/>
              </a:rPr>
              <a:t>走ログ (Hashilog) 事業提案書  v1.0  /  RBS  /  hashilog2024@gmail.com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E10600"/>
                </a:solidFill>
                <a:latin typeface="Yu Gothic UI"/>
              </a:rPr>
              <a:t>記録項目</a:t>
            </a:r>
          </a:p>
          <a:p>
            <a:pPr algn="l"/>
            <a:r>
              <a:rPr sz="1300" b="0">
                <a:solidFill>
                  <a:srgbClr val="18181B"/>
                </a:solidFill>
                <a:latin typeface="Yu Gothic UI"/>
              </a:rPr>
              <a:t>・ 総合タイム、セクター 1〜4 個別、最高速</a:t>
            </a:r>
          </a:p>
          <a:p>
            <a:pPr algn="l"/>
            <a:r>
              <a:rPr sz="1300" b="0">
                <a:solidFill>
                  <a:srgbClr val="18181B"/>
                </a:solidFill>
                <a:latin typeface="Yu Gothic UI"/>
              </a:rPr>
              <a:t>・ 天候 (晴/曇/雨/大雨/雪/変)、路面 (Dry/Damp/Wet)</a:t>
            </a:r>
          </a:p>
          <a:p>
            <a:pPr algn="l"/>
            <a:r>
              <a:rPr sz="1300" b="0">
                <a:solidFill>
                  <a:srgbClr val="18181B"/>
                </a:solidFill>
                <a:latin typeface="Yu Gothic UI"/>
              </a:rPr>
              <a:t>・ 気温・路温</a:t>
            </a:r>
          </a:p>
          <a:p>
            <a:pPr algn="l"/>
            <a:r>
              <a:rPr sz="1300" b="0">
                <a:solidFill>
                  <a:srgbClr val="18181B"/>
                </a:solidFill>
                <a:latin typeface="Yu Gothic UI"/>
              </a:rPr>
              <a:t>・ 走行日・メモ (走行会名、感想)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91440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E10600"/>
                </a:solidFill>
                <a:latin typeface="Yu Gothic UI"/>
              </a:rPr>
              <a:t>タイヤ (差別化)</a:t>
            </a:r>
          </a:p>
          <a:p>
            <a:pPr algn="l"/>
            <a:r>
              <a:rPr sz="1300" b="0">
                <a:solidFill>
                  <a:srgbClr val="18181B"/>
                </a:solidFill>
                <a:latin typeface="Yu Gothic UI"/>
              </a:rPr>
              <a:t>・ ブランド × 銘柄 ドロップダウン + 「その他」手入力</a:t>
            </a:r>
          </a:p>
          <a:p>
            <a:pPr algn="l"/>
            <a:r>
              <a:rPr sz="1300" b="0">
                <a:solidFill>
                  <a:srgbClr val="18181B"/>
                </a:solidFill>
                <a:latin typeface="Yu Gothic UI"/>
              </a:rPr>
              <a:t>・ 前後で別銘柄に対応 (チェックボックス切替)</a:t>
            </a:r>
          </a:p>
          <a:p>
            <a:pPr algn="l"/>
            <a:r>
              <a:rPr sz="1300" b="0">
                <a:solidFill>
                  <a:srgbClr val="18181B"/>
                </a:solidFill>
                <a:latin typeface="Yu Gothic UI"/>
              </a:rPr>
              <a:t>・ 前後別サイズ記録 (例: F:245/40 R:265/35)</a:t>
            </a:r>
          </a:p>
          <a:p>
            <a:pPr algn="l"/>
            <a:r>
              <a:rPr sz="1300" b="0">
                <a:solidFill>
                  <a:srgbClr val="18181B"/>
                </a:solidFill>
                <a:latin typeface="Yu Gothic UI"/>
              </a:rPr>
              <a:t>・ ユーザー入力銘柄は自動でリスト追加</a:t>
            </a:r>
          </a:p>
          <a:p>
            <a:pPr algn="l"/>
            <a:r>
              <a:rPr sz="1300" b="0">
                <a:solidFill>
                  <a:srgbClr val="18181B"/>
                </a:solidFill>
                <a:latin typeface="Yu Gothic UI"/>
              </a:rPr>
              <a:t>・ エビデンス写真複数枚添付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1800" b="1">
                <a:solidFill>
                  <a:srgbClr val="FFFFFF"/>
                </a:solidFill>
                <a:latin typeface="Yu Gothic UI"/>
              </a:rPr>
              <a:t>  4.  実装済み機能 (3/3) ランキング / B2B / 信頼性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446520"/>
            <a:ext cx="12191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71717A"/>
                </a:solidFill>
                <a:latin typeface="Yu Gothic UI"/>
              </a:rPr>
              <a:t>走ログ (Hashilog) 事業提案書  v1.0  /  RBS  /  hashilog2024@gmail.com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E10600"/>
                </a:solidFill>
                <a:latin typeface="Yu Gothic UI"/>
              </a:rPr>
              <a:t>閲覧・横断機能</a:t>
            </a:r>
          </a:p>
          <a:p>
            <a:pPr algn="l"/>
            <a:r>
              <a:rPr sz="1300" b="0">
                <a:solidFill>
                  <a:srgbClr val="18181B"/>
                </a:solidFill>
                <a:latin typeface="Yu Gothic UI"/>
              </a:rPr>
              <a:t>・ サーキット × 車種 × タイヤで多次元フィルター</a:t>
            </a:r>
          </a:p>
          <a:p>
            <a:pPr algn="l"/>
            <a:r>
              <a:rPr sz="1300" b="0">
                <a:solidFill>
                  <a:srgbClr val="18181B"/>
                </a:solidFill>
                <a:latin typeface="Yu Gothic UI"/>
              </a:rPr>
              <a:t>・ 全国 25+ サーキット登録済み</a:t>
            </a:r>
          </a:p>
          <a:p>
            <a:pPr algn="l"/>
            <a:r>
              <a:rPr sz="1300" b="0">
                <a:solidFill>
                  <a:srgbClr val="18181B"/>
                </a:solidFill>
                <a:latin typeface="Yu Gothic UI"/>
              </a:rPr>
              <a:t>・ サーキット詳細にタイムランキング &amp; イベント告知</a:t>
            </a:r>
          </a:p>
          <a:p>
            <a:pPr algn="l"/>
            <a:r>
              <a:rPr sz="1300" b="0">
                <a:solidFill>
                  <a:srgbClr val="18181B"/>
                </a:solidFill>
                <a:latin typeface="Yu Gothic UI"/>
              </a:rPr>
              <a:t>・ OGP/Twitter Card / JSON-LD 構造化データ完備</a:t>
            </a:r>
          </a:p>
          <a:p>
            <a:pPr algn="l"/>
            <a:r>
              <a:rPr sz="1300" b="0">
                <a:solidFill>
                  <a:srgbClr val="18181B"/>
                </a:solidFill>
                <a:latin typeface="Yu Gothic UI"/>
              </a:rPr>
              <a:t>・ PWA / モバイル最適化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91440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E10600"/>
                </a:solidFill>
                <a:latin typeface="Yu Gothic UI"/>
              </a:rPr>
              <a:t>B2B / 運用</a:t>
            </a:r>
          </a:p>
          <a:p>
            <a:pPr algn="l"/>
            <a:r>
              <a:rPr sz="1300" b="0">
                <a:solidFill>
                  <a:srgbClr val="18181B"/>
                </a:solidFill>
                <a:latin typeface="Yu Gothic UI"/>
              </a:rPr>
              <a:t>・ サーキット運営者: 公式アカウントで自施設編集</a:t>
            </a:r>
          </a:p>
          <a:p>
            <a:pPr algn="l"/>
            <a:r>
              <a:rPr sz="1300" b="0">
                <a:solidFill>
                  <a:srgbClr val="18181B"/>
                </a:solidFill>
                <a:latin typeface="Yu Gothic UI"/>
              </a:rPr>
              <a:t>・ 走行会・レース・お知らせ告知</a:t>
            </a:r>
          </a:p>
          <a:p>
            <a:pPr algn="l"/>
            <a:r>
              <a:rPr sz="1300" b="0">
                <a:solidFill>
                  <a:srgbClr val="18181B"/>
                </a:solidFill>
                <a:latin typeface="Yu Gothic UI"/>
              </a:rPr>
              <a:t>・ 通報・モデレーション機能</a:t>
            </a:r>
          </a:p>
          <a:p>
            <a:pPr algn="l"/>
            <a:r>
              <a:rPr sz="1300" b="0">
                <a:solidFill>
                  <a:srgbClr val="18181B"/>
                </a:solidFill>
                <a:latin typeface="Yu Gothic UI"/>
              </a:rPr>
              <a:t>・ Vercel + Supabase Tokyo (国内データ保管)</a:t>
            </a:r>
          </a:p>
          <a:p>
            <a:pPr algn="l"/>
            <a:r>
              <a:rPr sz="1300" b="0">
                <a:solidFill>
                  <a:srgbClr val="18181B"/>
                </a:solidFill>
                <a:latin typeface="Yu Gothic UI"/>
              </a:rPr>
              <a:t>・ /api/health 死活監視、Cloudflare Web Analytics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1800" b="1">
                <a:solidFill>
                  <a:srgbClr val="FFFFFF"/>
                </a:solidFill>
                <a:latin typeface="Yu Gothic UI"/>
              </a:rPr>
              <a:t>  5.  ターゲット (ドライバー)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446520"/>
            <a:ext cx="12191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71717A"/>
                </a:solidFill>
                <a:latin typeface="Yu Gothic UI"/>
              </a:rPr>
              <a:t>走ログ (Hashilog) 事業提案書  v1.0  /  RBS  /  hashilog2024@gmail.com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3F3F46"/>
                </a:solidFill>
                <a:latin typeface="Yu Gothic UI"/>
              </a:rPr>
              <a:t>メインユーザー像。可処分所得が高くロイヤリティの高い層。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63040"/>
          <a:ext cx="1088136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411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181B"/>
                          </a:solidFill>
                          <a:latin typeface="Yu Gothic UI"/>
                        </a:rPr>
                        <a:t>ペルソナ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181B"/>
                          </a:solidFill>
                          <a:latin typeface="Yu Gothic UI"/>
                        </a:rPr>
                        <a:t>特徴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タイムアタッカー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30〜50 代、年 10〜30 走行日、車両・タイヤに数十〜百万単位の投資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走行会レギュラー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月 1〜2 回、自己ベスト更新がモチベーション、エビデンス共有志向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若手ドライバー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20 代、SNS ネイティブ、発信意欲旺盛、先輩のセッティング参考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耐久・チーム参戦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チーム単位で複数アカウント、同一車両のドライバー比較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1800" b="1">
                <a:solidFill>
                  <a:srgbClr val="FFFFFF"/>
                </a:solidFill>
                <a:latin typeface="Yu Gothic UI"/>
              </a:rPr>
              <a:t>  5.  B2B パートナー候補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446520"/>
            <a:ext cx="12191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71717A"/>
                </a:solidFill>
                <a:latin typeface="Yu Gothic UI"/>
              </a:rPr>
              <a:t>走ログ (Hashilog) 事業提案書  v1.0  /  RBS  /  hashilog2024@gmail.com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914400"/>
          <a:ext cx="1088136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411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181B"/>
                          </a:solidFill>
                          <a:latin typeface="Yu Gothic UI"/>
                        </a:rPr>
                        <a:t>区分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181B"/>
                          </a:solidFill>
                          <a:latin typeface="Yu Gothic UI"/>
                        </a:rPr>
                        <a:t>提供できる価値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サーキット運営会社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公式ページ、走行会告知、来場者コミュニティの可視化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タイヤメーカー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自社銘柄の使用実績データ、プロモコンテンツ展開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パーツメーカー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改造内容と紐づくタイム実データ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自動車メーカー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車種別のサーキット適性データ、ユーザーボイス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走行会主催者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集客チャネル、参加者のタイム集計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モータースポーツ媒体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コンテンツ提携、データ引用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1800" b="1">
                <a:solidFill>
                  <a:srgbClr val="FFFFFF"/>
                </a:solidFill>
                <a:latin typeface="Yu Gothic UI"/>
              </a:rPr>
              <a:t>  6.  収益化 (1/2) ドライバー向け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446520"/>
            <a:ext cx="12191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71717A"/>
                </a:solidFill>
                <a:latin typeface="Yu Gothic UI"/>
              </a:rPr>
              <a:t>走ログ (Hashilog) 事業提案書  v1.0  /  RBS  /  hashilog2024@gmail.com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3F3F46"/>
                </a:solidFill>
                <a:latin typeface="Yu Gothic UI"/>
              </a:rPr>
              <a:t>コア機能は永久無料。プレミアム機能で課金。Stripe 基盤は実装済み (フラグでON/OFF)。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63040"/>
          <a:ext cx="108813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411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181B"/>
                          </a:solidFill>
                          <a:latin typeface="Yu Gothic UI"/>
                        </a:rPr>
                        <a:t>プラン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181B"/>
                          </a:solidFill>
                          <a:latin typeface="Yu Gothic UI"/>
                        </a:rPr>
                        <a:t>月額目安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181B"/>
                          </a:solidFill>
                          <a:latin typeface="Yu Gothic UI"/>
                        </a:rPr>
                        <a:t>提供内容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Free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0円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全コア機能 (タイム投稿・閲覧・シェア・ランキング)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Premium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480円程度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写真大量UL、ベスト推移グラフ、CSV、広告非表示、装飾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Pro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980円程度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上記+チームアカウント、複数車両比較、コーチング機能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1800" b="1">
                <a:solidFill>
                  <a:srgbClr val="FFFFFF"/>
                </a:solidFill>
                <a:latin typeface="Yu Gothic UI"/>
              </a:rPr>
              <a:t>  6.  収益化 (2/2) B2B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446520"/>
            <a:ext cx="12191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71717A"/>
                </a:solidFill>
                <a:latin typeface="Yu Gothic UI"/>
              </a:rPr>
              <a:t>走ログ (Hashilog) 事業提案書  v1.0  /  RBS  /  hashilog2024@gmail.com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914400"/>
          <a:ext cx="1088136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411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181B"/>
                          </a:solidFill>
                          <a:latin typeface="Yu Gothic UI"/>
                        </a:rPr>
                        <a:t>メニュー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181B"/>
                          </a:solidFill>
                          <a:latin typeface="Yu Gothic UI"/>
                        </a:rPr>
                        <a:t>内容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公式運営者アカウント (無料)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サーキット運営会社向け。自施設ページ編集・告知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プロモーションプラン (要相談)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トップ露出、おすすめ表示、ニュースレター、送客レポート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タイヤブランド公式バッジ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ブランドプリセット表示優先、ブランドページ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データ提供 (匿名集計)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月次レポート (使用シェア / タイム分布 / 装着車両分布)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タイアップ・特集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新製品リリース時のフィーチャー枠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イベントスポンサー連携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走ログ主催走行会への協賛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1800" b="1">
                <a:solidFill>
                  <a:srgbClr val="FFFFFF"/>
                </a:solidFill>
                <a:latin typeface="Yu Gothic UI"/>
              </a:rPr>
              <a:t>  7.  競合・差別化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446520"/>
            <a:ext cx="12191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71717A"/>
                </a:solidFill>
                <a:latin typeface="Yu Gothic UI"/>
              </a:rPr>
              <a:t>走ログ (Hashilog) 事業提案書  v1.0  /  RBS  /  hashilog2024@gmail.com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3F3F46"/>
                </a:solidFill>
                <a:latin typeface="Yu Gothic UI"/>
              </a:rPr>
              <a:t>既存の選択肢と比較した走ログのポジション。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63040"/>
          <a:ext cx="1088136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411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181B"/>
                          </a:solidFill>
                          <a:latin typeface="Yu Gothic UI"/>
                        </a:rPr>
                        <a:t>項目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181B"/>
                          </a:solidFill>
                          <a:latin typeface="Yu Gothic UI"/>
                        </a:rPr>
                        <a:t>ブログ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181B"/>
                          </a:solidFill>
                          <a:latin typeface="Yu Gothic UI"/>
                        </a:rPr>
                        <a:t>SNS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181B"/>
                          </a:solidFill>
                          <a:latin typeface="Yu Gothic UI"/>
                        </a:rPr>
                        <a:t>サーキット公式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8181B"/>
                          </a:solidFill>
                          <a:latin typeface="Yu Gothic UI"/>
                        </a:rPr>
                        <a:t>走ログ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検索性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高 (多次元)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データ構造化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エビデンス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横断比較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公式情報統合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○ (自社のみ)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○ (横断)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SNS シェア最適化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改造内容と紐付け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タイヤ前後別記録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B"/>
                          </a:solidFill>
                          <a:latin typeface="Yu Gothic UI"/>
                        </a:rPr>
                        <a:t>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1800" b="1">
                <a:solidFill>
                  <a:srgbClr val="FFFFFF"/>
                </a:solidFill>
                <a:latin typeface="Yu Gothic UI"/>
              </a:rPr>
              <a:t>  8.  サーキット運営者の皆様へ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446520"/>
            <a:ext cx="12191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71717A"/>
                </a:solidFill>
                <a:latin typeface="Yu Gothic UI"/>
              </a:rPr>
              <a:t>走ログ (Hashilog) 事業提案書  v1.0  /  RBS  /  hashilog2024@gmail.com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3F3F46"/>
                </a:solidFill>
                <a:latin typeface="Yu Gothic UI"/>
              </a:rPr>
              <a:t>公式アカウント (無料) を発行します。自施設の公式ページを直接編集いただけます。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E10600"/>
                </a:solidFill>
                <a:latin typeface="Yu Gothic UI"/>
              </a:rPr>
              <a:t>ご提供内容 (無料)</a:t>
            </a:r>
          </a:p>
          <a:p>
            <a:pPr algn="l"/>
            <a:r>
              <a:rPr sz="1300" b="0">
                <a:solidFill>
                  <a:srgbClr val="18181B"/>
                </a:solidFill>
                <a:latin typeface="Yu Gothic UI"/>
              </a:rPr>
              <a:t>・ 公式ページ (説明・代表コーナー・公式 URL)</a:t>
            </a:r>
          </a:p>
          <a:p>
            <a:pPr algn="l"/>
            <a:r>
              <a:rPr sz="1300" b="0">
                <a:solidFill>
                  <a:srgbClr val="18181B"/>
                </a:solidFill>
                <a:latin typeface="Yu Gothic UI"/>
              </a:rPr>
              <a:t>・ 走行会・レース・お知らせの掲載</a:t>
            </a:r>
          </a:p>
          <a:p>
            <a:pPr algn="l"/>
            <a:r>
              <a:rPr sz="1300" b="0">
                <a:solidFill>
                  <a:srgbClr val="18181B"/>
                </a:solidFill>
                <a:latin typeface="Yu Gothic UI"/>
              </a:rPr>
              <a:t>・ 自施設のラップタイム一覧 (来場者の生の声)</a:t>
            </a:r>
          </a:p>
          <a:p>
            <a:pPr algn="l"/>
            <a:r>
              <a:rPr sz="1300" b="0">
                <a:solidFill>
                  <a:srgbClr val="18181B"/>
                </a:solidFill>
                <a:latin typeface="Yu Gothic UI"/>
              </a:rPr>
              <a:t>・ スタッフアカウントでの更新権限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E10600"/>
                </a:solidFill>
                <a:latin typeface="Yu Gothic UI"/>
              </a:rPr>
              <a:t>期待される効果</a:t>
            </a:r>
          </a:p>
          <a:p>
            <a:pPr algn="l"/>
            <a:r>
              <a:rPr sz="1300" b="0">
                <a:solidFill>
                  <a:srgbClr val="18181B"/>
                </a:solidFill>
                <a:latin typeface="Yu Gothic UI"/>
              </a:rPr>
              <a:t>・ 走行会の集客導線の追加</a:t>
            </a:r>
          </a:p>
          <a:p>
            <a:pPr algn="l"/>
            <a:r>
              <a:rPr sz="1300" b="0">
                <a:solidFill>
                  <a:srgbClr val="18181B"/>
                </a:solidFill>
                <a:latin typeface="Yu Gothic UI"/>
              </a:rPr>
              <a:t>・ リピート顧客の見える化</a:t>
            </a:r>
          </a:p>
          <a:p>
            <a:pPr algn="l"/>
            <a:r>
              <a:rPr sz="1300" b="0">
                <a:solidFill>
                  <a:srgbClr val="18181B"/>
                </a:solidFill>
                <a:latin typeface="Yu Gothic UI"/>
              </a:rPr>
              <a:t>・ SEO・ブランディング強化</a:t>
            </a:r>
          </a:p>
          <a:p>
            <a:pPr algn="l"/>
            <a:r>
              <a:rPr sz="1300" b="0">
                <a:solidFill>
                  <a:srgbClr val="18181B"/>
                </a:solidFill>
                <a:latin typeface="Yu Gothic UI"/>
              </a:rPr>
              <a:t>・ ご担当メアドのみで開始可能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1800" b="1">
                <a:solidFill>
                  <a:srgbClr val="FFFFFF"/>
                </a:solidFill>
                <a:latin typeface="Yu Gothic UI"/>
              </a:rPr>
              <a:t>  8.  タイヤ・パーツメーカーの皆様へ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446520"/>
            <a:ext cx="12191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71717A"/>
                </a:solidFill>
                <a:latin typeface="Yu Gothic UI"/>
              </a:rPr>
              <a:t>走ログ (Hashilog) 事業提案書  v1.0  /  RBS  /  hashilog2024@gmail.com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3F3F46"/>
                </a:solidFill>
                <a:latin typeface="Yu Gothic UI"/>
              </a:rPr>
              <a:t>走ログには「銘柄 × サーキット × タイム × 条件」のリアルな走行データが集まります。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E10600"/>
                </a:solidFill>
                <a:latin typeface="Yu Gothic UI"/>
              </a:rPr>
              <a:t>ご提供できること</a:t>
            </a:r>
          </a:p>
          <a:p>
            <a:pPr algn="l"/>
            <a:r>
              <a:rPr sz="1300" b="0">
                <a:solidFill>
                  <a:srgbClr val="18181B"/>
                </a:solidFill>
                <a:latin typeface="Yu Gothic UI"/>
              </a:rPr>
              <a:t>・ 使用実績データ (匿名化集計、月次)</a:t>
            </a:r>
          </a:p>
          <a:p>
            <a:pPr algn="l"/>
            <a:r>
              <a:rPr sz="1300" b="0">
                <a:solidFill>
                  <a:srgbClr val="18181B"/>
                </a:solidFill>
                <a:latin typeface="Yu Gothic UI"/>
              </a:rPr>
              <a:t>・ 公式バッジ表示でブランド信頼性アップ</a:t>
            </a:r>
          </a:p>
          <a:p>
            <a:pPr algn="l"/>
            <a:r>
              <a:rPr sz="1300" b="0">
                <a:solidFill>
                  <a:srgbClr val="18181B"/>
                </a:solidFill>
                <a:latin typeface="Yu Gothic UI"/>
              </a:rPr>
              <a:t>・ 新製品リリース連動の特集枠</a:t>
            </a:r>
          </a:p>
          <a:p>
            <a:pPr algn="l"/>
            <a:r>
              <a:rPr sz="1300" b="0">
                <a:solidFill>
                  <a:srgbClr val="18181B"/>
                </a:solidFill>
                <a:latin typeface="Yu Gothic UI"/>
              </a:rPr>
              <a:t>・ サンプリング協力 (モニター募集)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E10600"/>
                </a:solidFill>
                <a:latin typeface="Yu Gothic UI"/>
              </a:rPr>
              <a:t>コラボ事例案</a:t>
            </a:r>
          </a:p>
          <a:p>
            <a:pPr algn="l"/>
            <a:r>
              <a:rPr sz="1300" b="0">
                <a:solidFill>
                  <a:srgbClr val="18181B"/>
                </a:solidFill>
                <a:latin typeface="Yu Gothic UI"/>
              </a:rPr>
              <a:t>・ 「○○ × 走ログ 春のタイムアタック」プレゼント抽選</a:t>
            </a:r>
          </a:p>
          <a:p>
            <a:pPr algn="l"/>
            <a:r>
              <a:rPr sz="1300" b="0">
                <a:solidFill>
                  <a:srgbClr val="18181B"/>
                </a:solidFill>
                <a:latin typeface="Yu Gothic UI"/>
              </a:rPr>
              <a:t>・ 「銘柄別ランキング特集」サーキット別ベスト公開</a:t>
            </a:r>
          </a:p>
          <a:p>
            <a:pPr algn="l"/>
            <a:r>
              <a:rPr sz="1300" b="0">
                <a:solidFill>
                  <a:srgbClr val="18181B"/>
                </a:solidFill>
                <a:latin typeface="Yu Gothic UI"/>
              </a:rPr>
              <a:t>・ 新製品先行投稿者100名にプレゼント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1800" b="1">
                <a:solidFill>
                  <a:srgbClr val="FFFFFF"/>
                </a:solidFill>
                <a:latin typeface="Yu Gothic UI"/>
              </a:rPr>
              <a:t>  8.  走行会主催者・媒体の皆様へ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446520"/>
            <a:ext cx="12191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71717A"/>
                </a:solidFill>
                <a:latin typeface="Yu Gothic UI"/>
              </a:rPr>
              <a:t>走ログ (Hashilog) 事業提案書  v1.0  /  RBS  /  hashilog2024@gmail.com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E10600"/>
                </a:solidFill>
                <a:latin typeface="Yu Gothic UI"/>
              </a:rPr>
              <a:t>走行会・大会主催者</a:t>
            </a:r>
          </a:p>
          <a:p>
            <a:pPr algn="l"/>
            <a:r>
              <a:rPr sz="1300" b="0">
                <a:solidFill>
                  <a:srgbClr val="18181B"/>
                </a:solidFill>
                <a:latin typeface="Yu Gothic UI"/>
              </a:rPr>
              <a:t>・ イベント告知ページ (無料)</a:t>
            </a:r>
          </a:p>
          <a:p>
            <a:pPr algn="l"/>
            <a:r>
              <a:rPr sz="1300" b="0">
                <a:solidFill>
                  <a:srgbClr val="18181B"/>
                </a:solidFill>
                <a:latin typeface="Yu Gothic UI"/>
              </a:rPr>
              <a:t>・ 参加者のタイム集計テンプレート</a:t>
            </a:r>
          </a:p>
          <a:p>
            <a:pPr algn="l"/>
            <a:r>
              <a:rPr sz="1300" b="0">
                <a:solidFill>
                  <a:srgbClr val="18181B"/>
                </a:solidFill>
                <a:latin typeface="Yu Gothic UI"/>
              </a:rPr>
              <a:t>・ イベント特化ページ (有料・要相談)</a:t>
            </a:r>
          </a:p>
          <a:p>
            <a:pPr algn="l"/>
            <a:r>
              <a:rPr sz="1300" b="0">
                <a:solidFill>
                  <a:srgbClr val="18181B"/>
                </a:solidFill>
                <a:latin typeface="Yu Gothic UI"/>
              </a:rPr>
              <a:t>・ 主催者ロゴ・告知の常設掲載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91440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E10600"/>
                </a:solidFill>
                <a:latin typeface="Yu Gothic UI"/>
              </a:rPr>
              <a:t>モータースポーツ媒体</a:t>
            </a:r>
          </a:p>
          <a:p>
            <a:pPr algn="l"/>
            <a:r>
              <a:rPr sz="1300" b="0">
                <a:solidFill>
                  <a:srgbClr val="18181B"/>
                </a:solidFill>
                <a:latin typeface="Yu Gothic UI"/>
              </a:rPr>
              <a:t>・ 走ログ内データの記事引用 (クレジット表記)</a:t>
            </a:r>
          </a:p>
          <a:p>
            <a:pPr algn="l"/>
            <a:r>
              <a:rPr sz="1300" b="0">
                <a:solidFill>
                  <a:srgbClr val="18181B"/>
                </a:solidFill>
                <a:latin typeface="Yu Gothic UI"/>
              </a:rPr>
              <a:t>・ 共同企画記事</a:t>
            </a:r>
          </a:p>
          <a:p>
            <a:pPr algn="l"/>
            <a:r>
              <a:rPr sz="1300" b="0">
                <a:solidFill>
                  <a:srgbClr val="18181B"/>
                </a:solidFill>
                <a:latin typeface="Yu Gothic UI"/>
              </a:rPr>
              <a:t>・ 走ログユーザーへのアンケート協力</a:t>
            </a:r>
          </a:p>
          <a:p>
            <a:pPr algn="l"/>
            <a:r>
              <a:rPr sz="1300" b="0">
                <a:solidFill>
                  <a:srgbClr val="18181B"/>
                </a:solidFill>
                <a:latin typeface="Yu Gothic UI"/>
              </a:rPr>
              <a:t>・ データ提供 (要相談)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1800" b="1">
                <a:solidFill>
                  <a:srgbClr val="FFFFFF"/>
                </a:solidFill>
                <a:latin typeface="Yu Gothic UI"/>
              </a:rPr>
              <a:t>  9.  データ・分析価値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446520"/>
            <a:ext cx="12191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71717A"/>
                </a:solidFill>
                <a:latin typeface="Yu Gothic UI"/>
              </a:rPr>
              <a:t>走ログ (Hashilog) 事業提案書  v1.0  /  RBS  /  hashilog2024@gmail.com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3F3F46"/>
                </a:solidFill>
                <a:latin typeface="Yu Gothic UI"/>
              </a:rPr>
              <a:t>走ログは「ユーザー投稿型のサーキット走行データベース」として下記指標を蓄積。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18181B"/>
                </a:solidFill>
                <a:latin typeface="Yu Gothic UI"/>
              </a:rPr>
              <a:t>・ サーキット別の車種シェア・タイヤシェア・年代シェア</a:t>
            </a:r>
          </a:p>
          <a:p>
            <a:pPr algn="l"/>
            <a:r>
              <a:rPr sz="1500" b="0">
                <a:solidFill>
                  <a:srgbClr val="18181B"/>
                </a:solidFill>
                <a:latin typeface="Yu Gothic UI"/>
              </a:rPr>
              <a:t>・ 季節別・天候別のタイム分布</a:t>
            </a:r>
          </a:p>
          <a:p>
            <a:pPr algn="l"/>
            <a:r>
              <a:rPr sz="1500" b="0">
                <a:solidFill>
                  <a:srgbClr val="18181B"/>
                </a:solidFill>
                <a:latin typeface="Yu Gothic UI"/>
              </a:rPr>
              <a:t>・ 同一車種における改造内容とタイムの相関</a:t>
            </a:r>
          </a:p>
          <a:p>
            <a:pPr algn="l"/>
            <a:r>
              <a:rPr sz="1500" b="0">
                <a:solidFill>
                  <a:srgbClr val="18181B"/>
                </a:solidFill>
                <a:latin typeface="Yu Gothic UI"/>
              </a:rPr>
              <a:t>・ タイヤ銘柄ごとの使用率・好まれるサーキット</a:t>
            </a:r>
          </a:p>
          <a:p>
            <a:pPr algn="l"/>
            <a:r>
              <a:rPr sz="1500" b="0">
                <a:solidFill>
                  <a:srgbClr val="18181B"/>
                </a:solidFill>
                <a:latin typeface="Yu Gothic UI"/>
              </a:rPr>
              <a:t>・ ユーザーの SNS 連携率、ピーク時間帯、地域分布</a:t>
            </a:r>
          </a:p>
          <a:p>
            <a:pPr algn="l"/>
            <a:r>
              <a:rPr sz="1500" b="0">
                <a:solidFill>
                  <a:srgbClr val="18181B"/>
                </a:solidFill>
                <a:latin typeface="Yu Gothic UI"/>
              </a:rPr>
              <a:t>・ → 個人を特定しない集計形式でメーカー・媒体に提供可能。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1800" b="1">
                <a:solidFill>
                  <a:srgbClr val="FFFFFF"/>
                </a:solidFill>
                <a:latin typeface="Yu Gothic UI"/>
              </a:rPr>
              <a:t>  10.  ロードマップ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446520"/>
            <a:ext cx="12191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71717A"/>
                </a:solidFill>
                <a:latin typeface="Yu Gothic UI"/>
              </a:rPr>
              <a:t>走ログ (Hashilog) 事業提案書  v1.0  /  RBS  /  hashilog2024@gmail.com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E10600"/>
                </a:solidFill>
                <a:latin typeface="Yu Gothic UI"/>
              </a:rPr>
              <a:t>完了済み (2026年5月)</a:t>
            </a:r>
          </a:p>
          <a:p>
            <a:pPr algn="l"/>
            <a:r>
              <a:rPr sz="1300" b="0">
                <a:solidFill>
                  <a:srgbClr val="18181B"/>
                </a:solidFill>
                <a:latin typeface="Yu Gothic UI"/>
              </a:rPr>
              <a:t>・ 認証 / プロフィール / SNS 連携</a:t>
            </a:r>
          </a:p>
          <a:p>
            <a:pPr algn="l"/>
            <a:r>
              <a:rPr sz="1300" b="0">
                <a:solidFill>
                  <a:srgbClr val="18181B"/>
                </a:solidFill>
                <a:latin typeface="Yu Gothic UI"/>
              </a:rPr>
              <a:t>・ 愛車・改造履歴</a:t>
            </a:r>
          </a:p>
          <a:p>
            <a:pPr algn="l"/>
            <a:r>
              <a:rPr sz="1300" b="0">
                <a:solidFill>
                  <a:srgbClr val="18181B"/>
                </a:solidFill>
                <a:latin typeface="Yu Gothic UI"/>
              </a:rPr>
              <a:t>・ タイム投稿 (前後別タイヤ含む)</a:t>
            </a:r>
          </a:p>
          <a:p>
            <a:pPr algn="l"/>
            <a:r>
              <a:rPr sz="1300" b="0">
                <a:solidFill>
                  <a:srgbClr val="18181B"/>
                </a:solidFill>
                <a:latin typeface="Yu Gothic UI"/>
              </a:rPr>
              <a:t>・ ランキング・多次元フィルター</a:t>
            </a:r>
          </a:p>
          <a:p>
            <a:pPr algn="l"/>
            <a:r>
              <a:rPr sz="1300" b="0">
                <a:solidFill>
                  <a:srgbClr val="18181B"/>
                </a:solidFill>
                <a:latin typeface="Yu Gothic UI"/>
              </a:rPr>
              <a:t>・ サーキット 25+ 登録 / 運営者管理</a:t>
            </a:r>
          </a:p>
          <a:p>
            <a:pPr algn="l"/>
            <a:r>
              <a:rPr sz="1300" b="0">
                <a:solidFill>
                  <a:srgbClr val="18181B"/>
                </a:solidFill>
                <a:latin typeface="Yu Gothic UI"/>
              </a:rPr>
              <a:t>・ 通報・モデレーション</a:t>
            </a:r>
          </a:p>
          <a:p>
            <a:pPr algn="l"/>
            <a:r>
              <a:rPr sz="1300" b="0">
                <a:solidFill>
                  <a:srgbClr val="18181B"/>
                </a:solidFill>
                <a:latin typeface="Yu Gothic UI"/>
              </a:rPr>
              <a:t>・ PWA / SEO / 構造化データ</a:t>
            </a:r>
          </a:p>
          <a:p>
            <a:pPr algn="l"/>
            <a:r>
              <a:rPr sz="1300" b="0">
                <a:solidFill>
                  <a:srgbClr val="18181B"/>
                </a:solidFill>
                <a:latin typeface="Yu Gothic UI"/>
              </a:rPr>
              <a:t>・ 規約・プライバシー・特商法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91440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E10600"/>
                </a:solidFill>
                <a:latin typeface="Yu Gothic UI"/>
              </a:rPr>
              <a:t>短期〜中期 (3〜12 か月)</a:t>
            </a:r>
          </a:p>
          <a:p>
            <a:pPr algn="l"/>
            <a:r>
              <a:rPr sz="1300" b="0">
                <a:solidFill>
                  <a:srgbClr val="18181B"/>
                </a:solidFill>
                <a:latin typeface="Yu Gothic UI"/>
              </a:rPr>
              <a:t>・ ベストタイム推移グラフ</a:t>
            </a:r>
          </a:p>
          <a:p>
            <a:pPr algn="l"/>
            <a:r>
              <a:rPr sz="1300" b="0">
                <a:solidFill>
                  <a:srgbClr val="18181B"/>
                </a:solidFill>
                <a:latin typeface="Yu Gothic UI"/>
              </a:rPr>
              <a:t>・ 同一車種比較ダッシュボード</a:t>
            </a:r>
          </a:p>
          <a:p>
            <a:pPr algn="l"/>
            <a:r>
              <a:rPr sz="1300" b="0">
                <a:solidFill>
                  <a:srgbClr val="18181B"/>
                </a:solidFill>
                <a:latin typeface="Yu Gothic UI"/>
              </a:rPr>
              <a:t>・ 走行会・イベントカレンダー (横断)</a:t>
            </a:r>
          </a:p>
          <a:p>
            <a:pPr algn="l"/>
            <a:r>
              <a:rPr sz="1300" b="0">
                <a:solidFill>
                  <a:srgbClr val="18181B"/>
                </a:solidFill>
                <a:latin typeface="Yu Gothic UI"/>
              </a:rPr>
              <a:t>・ 通知機能 (記録更新、フォロー先)</a:t>
            </a:r>
          </a:p>
          <a:p>
            <a:pPr algn="l"/>
            <a:r>
              <a:rPr sz="1300" b="0">
                <a:solidFill>
                  <a:srgbClr val="18181B"/>
                </a:solidFill>
                <a:latin typeface="Yu Gothic UI"/>
              </a:rPr>
              <a:t>・ メーカー向け管理コンソール</a:t>
            </a:r>
          </a:p>
          <a:p>
            <a:pPr algn="l"/>
            <a:r>
              <a:rPr sz="1300" b="0">
                <a:solidFill>
                  <a:srgbClr val="18181B"/>
                </a:solidFill>
                <a:latin typeface="Yu Gothic UI"/>
              </a:rPr>
              <a:t>・ チームアカウント</a:t>
            </a:r>
          </a:p>
          <a:p>
            <a:pPr algn="l"/>
            <a:r>
              <a:rPr sz="1300" b="0">
                <a:solidFill>
                  <a:srgbClr val="18181B"/>
                </a:solidFill>
                <a:latin typeface="Yu Gothic UI"/>
              </a:rPr>
              <a:t>・ API 公開</a:t>
            </a:r>
          </a:p>
          <a:p>
            <a:pPr algn="l"/>
            <a:r>
              <a:rPr sz="1300" b="0">
                <a:solidFill>
                  <a:srgbClr val="18181B"/>
                </a:solidFill>
                <a:latin typeface="Yu Gothic UI"/>
              </a:rPr>
              <a:t>・ AI 走行ライン分析 (将来)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446520"/>
            <a:ext cx="12191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71717A"/>
                </a:solidFill>
                <a:latin typeface="Yu Gothic UI"/>
              </a:rPr>
              <a:t>走ログ (Hashilog) 事業提案書  v1.0  /  RBS  /  hashilog2024@gmail.com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8813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8181B"/>
                </a:solidFill>
                <a:latin typeface="Yu Gothic UI"/>
              </a:rPr>
              <a:t>サーキットを走るすべての人が、</a:t>
            </a:r>
          </a:p>
          <a:p>
            <a:r>
              <a:rPr sz="3000" b="1">
                <a:solidFill>
                  <a:srgbClr val="E10600"/>
                </a:solidFill>
                <a:latin typeface="Yu Gothic UI"/>
              </a:rPr>
              <a:t>自分のタイムをもっと誇れる場所へ。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8813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F3F46"/>
                </a:solidFill>
                <a:latin typeface="Yu Gothic UI"/>
              </a:rPr>
              <a:t>ぜひ一度、サービスを実際に触っていただき、提携の可能性についてお話しさせてください。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206240"/>
            <a:ext cx="10881360" cy="1920240"/>
          </a:xfrm>
          <a:prstGeom prst="roundRect">
            <a:avLst/>
          </a:prstGeom>
          <a:solidFill>
            <a:srgbClr val="FAFAFA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74320"/>
          <a:lstStyle/>
          <a:p>
            <a:pPr algn="l"/>
            <a:r>
              <a:rPr sz="2200" b="1">
                <a:solidFill>
                  <a:srgbClr val="18181B"/>
                </a:solidFill>
                <a:latin typeface="Yu Gothic UI"/>
              </a:rPr>
              <a:t>走ログ (Hashilog)</a:t>
            </a:r>
          </a:p>
          <a:p>
            <a:pPr algn="l"/>
            <a:r>
              <a:rPr sz="1400" b="0">
                <a:solidFill>
                  <a:srgbClr val="3F3F46"/>
                </a:solidFill>
                <a:latin typeface="Yu Gothic UI"/>
              </a:rPr>
              <a:t>Web   :  https://hashilog.jp</a:t>
            </a:r>
          </a:p>
          <a:p>
            <a:pPr algn="l"/>
            <a:r>
              <a:rPr sz="1400" b="0">
                <a:solidFill>
                  <a:srgbClr val="3F3F46"/>
                </a:solidFill>
                <a:latin typeface="Yu Gothic UI"/>
              </a:rPr>
              <a:t>事業者:  RBS</a:t>
            </a:r>
          </a:p>
          <a:p>
            <a:pPr algn="l"/>
            <a:r>
              <a:rPr sz="1400" b="0">
                <a:solidFill>
                  <a:srgbClr val="3F3F46"/>
                </a:solidFill>
                <a:latin typeface="Yu Gothic UI"/>
              </a:rPr>
              <a:t>責任者:  久米田 昴</a:t>
            </a:r>
          </a:p>
          <a:p>
            <a:pPr algn="l"/>
            <a:r>
              <a:rPr sz="1400" b="0">
                <a:solidFill>
                  <a:srgbClr val="3F3F46"/>
                </a:solidFill>
                <a:latin typeface="Yu Gothic UI"/>
              </a:rPr>
              <a:t>お問い合わせ:  hashilog2024@gmail.com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